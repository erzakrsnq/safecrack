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24"/>
  </p:normalViewPr>
  <p:slideViewPr>
    <p:cSldViewPr snapToGrid="0">
      <p:cViewPr varScale="1">
        <p:scale>
          <a:sx n="88" d="100"/>
          <a:sy n="88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00EC7-BB35-FF2F-76C4-9137A6114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3406AF1-FBDB-9A03-4B53-A27602178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D6F7BD-AD8F-B22C-B6D6-6F7F2E6C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D70968-9D90-1B69-A4F3-6378F512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E6D3D8-54EB-A227-A461-A873A51F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596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293B5-97E9-8A81-ECE2-05F61251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D930E0-17FE-C6B5-C922-CCD405B5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BDB7B8-3C49-26BA-F3EF-10DACD3F4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841452-4472-EEE9-CC44-719E5EA6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FB47F1-D0AB-E387-3421-610246FD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2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920A2B-F121-08A6-A2A6-5F6CA4EB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A8FABA-D5E8-5B1E-6363-A607C1E6F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3AD976-D257-B7FE-CC8C-9B05E88B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39009D-4EFB-CE32-5D99-1819D1A1A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54A226-E5E7-E68A-533F-4A5F4863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508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FE29D9-74FA-03BF-55C9-498808E9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AC70FF-32C6-7991-64F7-5FC928BBE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13A1C42-B5FC-DEFE-BD5E-0A8A2ECEE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66256A-BBA0-890B-1478-7BEBAF2E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BBB09C-3786-0BB2-4DC4-42A371FA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D15D92-A8F2-FAB8-D2CC-3A9E87E0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683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79F4A3-D802-3DF3-BBE0-D5EED8F8A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D4163B-08E7-3310-B7E2-53BBF0832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83C438-842C-7247-93F0-820129A2B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AA6F2C5-1E29-0271-A69C-DA4908075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FFE5CD-FA3A-4BFB-2223-51E687EED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290B1CC-D449-7A9F-70A5-9AE5F601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D6C703C-9F44-30DE-8A2E-B9CBAEEF8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FBDEB35-718D-84A8-2A09-60E4034DE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772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B0CE87-3216-D664-D376-8EB9A03D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97C3F19-96D7-C4A9-CC62-334C6DCB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F019EF-9523-1D58-264F-ADAE4BE8C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07E4E2-6646-2A28-CDDC-4DCC2243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18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9C6532C-CA8E-6C2A-A5B2-A99AA6EF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A130B-6841-6982-CAE7-7CE38F10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ABFF8C-1270-EAE0-C9E1-62690E5D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906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E2AE75-64BB-DB88-38EB-77857162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D6EFC9-D2EC-D90F-A650-DD43650DB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C692E9-6B8D-1D5B-20A9-2A825675E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7F270D-BC00-2400-0820-7F6DE6DA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E48E1F-4803-9DDE-8F53-DC759CE6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360BBB-DC4A-BCAF-F0CA-00F97FD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8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66919F-5685-B14F-F549-0B8F9EC0D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8CD96AB-0EAD-54B2-FD33-43E16946D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371C07-C740-624B-ED18-5EC47E7F0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6F4F7F-89BB-1AB1-B38F-C03B2DE64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B4CAA5-DA20-08DF-AC52-BBAE5DEA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9B2D6F-94D5-9F2F-1715-03562FE4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640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8F1EAA-AF00-7DB5-B492-D6EB026B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2C8B47-2CD2-203A-B20E-DF9FC9D4B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856FD8-1EF5-06DB-21F1-9109BB3A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C9C8A5-18CB-FC2E-C460-165039D26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C6BE4F-9BC8-083C-00D9-E2AA62A9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736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C2F608-DC47-8DCF-4512-B1917AF7C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83084F-1225-FA3B-2FE2-76DA552F3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DA618C-E989-9619-14D8-F67BB196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0234BF-9CC0-1328-8206-808BC7E1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A512F7-E4E1-8E49-7583-B6C3C67F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78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D89F24-971D-7884-CDAA-8F4D156F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D670BA-54BE-FBEA-AD94-154391A7D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1C1F38-5ADA-59A9-BD19-624789AE5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EB814-A92E-304F-B4D7-973A29E354B2}" type="datetimeFigureOut">
              <a:rPr lang="de-DE" smtClean="0"/>
              <a:t>15.04.26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D8CF97-8427-7192-568A-C02C0820A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91AF70-29C3-1C53-4DD5-576E07D23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FBAE5-8B9D-A44A-9918-DF379DB567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51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penclipart.org/detail/5371/a-safe-una-cassafort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148850.html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qsels.com/de/search?q=bin%C3%A4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Clipart - a safe | una cassaforte">
            <a:extLst>
              <a:ext uri="{FF2B5EF4-FFF2-40B4-BE49-F238E27FC236}">
                <a16:creationId xmlns:a16="http://schemas.microsoft.com/office/drawing/2014/main" id="{61FDE97A-BA9A-520F-6659-9CE960DE6B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2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032000" y="237678"/>
            <a:ext cx="7915729" cy="638264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59F80C7-68B5-C089-B320-C455ACC82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SafeCrack-Numbers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A6391B-AB6A-F1D8-56C1-FD2778470D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Ereza Krasniqi</a:t>
            </a:r>
          </a:p>
        </p:txBody>
      </p:sp>
    </p:spTree>
    <p:extLst>
      <p:ext uri="{BB962C8B-B14F-4D97-AF65-F5344CB8AC3E}">
        <p14:creationId xmlns:p14="http://schemas.microsoft.com/office/powerpoint/2010/main" val="321709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0D8586-EF26-0D0C-1FFE-017762BE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858048-7965-83CE-FE2E-F663B2628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dirty="0"/>
              <a:t>Programmierung eines 1-Level Spiels in Unity, wo das Ziel des Spieler ist, den Safe zu knacken.</a:t>
            </a:r>
          </a:p>
          <a:p>
            <a:pPr marL="0" indent="0" algn="ctr">
              <a:buNone/>
            </a:pPr>
            <a:r>
              <a:rPr lang="de-DE" dirty="0"/>
              <a:t>Der Spieler muss vier Rätsel lösen, genauer gesagt Folgen und Reihen und hat hierfür insgesamt 3 Leben bzw. Versuche.</a:t>
            </a:r>
          </a:p>
          <a:p>
            <a:pPr marL="0" indent="0" algn="ctr">
              <a:buNone/>
            </a:pPr>
            <a:r>
              <a:rPr lang="de-DE" dirty="0"/>
              <a:t>Wenn dies gelingt, öffnet sich der Safe</a:t>
            </a:r>
          </a:p>
        </p:txBody>
      </p:sp>
      <p:pic>
        <p:nvPicPr>
          <p:cNvPr id="5" name="Grafik 4" descr="SVG &gt; lock security padlock closed - Free SVG Image &amp; Icon. | SVG Silh">
            <a:extLst>
              <a:ext uri="{FF2B5EF4-FFF2-40B4-BE49-F238E27FC236}">
                <a16:creationId xmlns:a16="http://schemas.microsoft.com/office/drawing/2014/main" id="{168C57B4-BDC2-DAEC-C89B-75069564DDF9}"/>
              </a:ext>
            </a:extLst>
          </p:cNvPr>
          <p:cNvPicPr>
            <a:picLocks noChangeAspect="1"/>
          </p:cNvPicPr>
          <p:nvPr/>
        </p:nvPicPr>
        <p:blipFill>
          <a:blip>
            <a:alphaModFix amt="31000"/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50083" y="60325"/>
            <a:ext cx="6091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9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8D276C-B593-464F-2494-8BAF9B52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700444-0B15-AB19-DE5B-7D7C815BC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i="1" dirty="0"/>
              <a:t>Entwicklung einer lauffähigen Single-Level-Spielversion mit nachvollziehbarer Kernlogik</a:t>
            </a:r>
            <a:endParaRPr lang="de-AT" dirty="0"/>
          </a:p>
          <a:p>
            <a:pPr lvl="0"/>
            <a:r>
              <a:rPr lang="de-AT" i="1" dirty="0"/>
              <a:t>robuste Behandlung typischer Fehlerfälle</a:t>
            </a:r>
            <a:endParaRPr lang="de-AT" dirty="0"/>
          </a:p>
          <a:p>
            <a:pPr lvl="0"/>
            <a:r>
              <a:rPr lang="de-AT" i="1" dirty="0"/>
              <a:t>Implementierung eines konsistenten Versuchs- und Reset-Mechanismus</a:t>
            </a:r>
            <a:endParaRPr lang="de-AT" dirty="0"/>
          </a:p>
          <a:p>
            <a:pPr lvl="0"/>
            <a:r>
              <a:rPr lang="de-AT" i="1" dirty="0"/>
              <a:t>verständliches, visuell stimmiges User Interface im „Safe“-Stil,</a:t>
            </a:r>
            <a:endParaRPr lang="de-AT" dirty="0"/>
          </a:p>
          <a:p>
            <a:pPr lvl="0"/>
            <a:r>
              <a:rPr lang="de-AT" i="1" dirty="0"/>
              <a:t>reproduzierbare Bereitstellung der finalen Version über einen Docker-Container.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4318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5723D4-5AEB-D2DC-30F3-19A97D7B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Nicht Ziele: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F0AD16-0057-7D19-E187-5F3849E15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i="1" dirty="0"/>
              <a:t>Multiplayer-Funktionalität</a:t>
            </a:r>
            <a:endParaRPr lang="de-AT" dirty="0"/>
          </a:p>
          <a:p>
            <a:pPr lvl="0"/>
            <a:r>
              <a:rPr lang="de-AT" i="1" dirty="0"/>
              <a:t>Persistente Nutzerprofile / Savegames</a:t>
            </a:r>
            <a:endParaRPr lang="de-AT" dirty="0"/>
          </a:p>
          <a:p>
            <a:pPr lvl="0"/>
            <a:r>
              <a:rPr lang="de-AT" i="1" dirty="0"/>
              <a:t>Backend-Integration</a:t>
            </a:r>
            <a:endParaRPr lang="de-AT" dirty="0"/>
          </a:p>
          <a:p>
            <a:pPr lvl="0"/>
            <a:r>
              <a:rPr lang="de-AT" i="1" dirty="0"/>
              <a:t>Komplexe Level-/Kampagnenstruktur über den Prototypumfang hinaus</a:t>
            </a:r>
            <a:endParaRPr lang="de-AT" dirty="0"/>
          </a:p>
          <a:p>
            <a:endParaRPr lang="de-DE" dirty="0"/>
          </a:p>
        </p:txBody>
      </p:sp>
      <p:pic>
        <p:nvPicPr>
          <p:cNvPr id="5" name="Grafik 4" descr="lizenzfreie binär-Fotos | Piqsels">
            <a:extLst>
              <a:ext uri="{FF2B5EF4-FFF2-40B4-BE49-F238E27FC236}">
                <a16:creationId xmlns:a16="http://schemas.microsoft.com/office/drawing/2014/main" id="{584F82F4-4E92-D876-2913-1A84232886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-395941"/>
            <a:ext cx="12627429" cy="792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4E9FD-80B5-10D4-00EB-F0A20F049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Deliverables: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4075B5-C224-D16B-3D36-3E450EF47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Presentation </a:t>
            </a:r>
          </a:p>
          <a:p>
            <a:r>
              <a:rPr lang="de-DE" dirty="0"/>
              <a:t>Final Project Diary</a:t>
            </a:r>
          </a:p>
          <a:p>
            <a:r>
              <a:rPr lang="de-DE" dirty="0"/>
              <a:t>Git source Code</a:t>
            </a:r>
          </a:p>
          <a:p>
            <a:r>
              <a:rPr lang="de-DE" dirty="0"/>
              <a:t>Dockerfile</a:t>
            </a:r>
          </a:p>
        </p:txBody>
      </p:sp>
    </p:spTree>
    <p:extLst>
      <p:ext uri="{BB962C8B-B14F-4D97-AF65-F5344CB8AC3E}">
        <p14:creationId xmlns:p14="http://schemas.microsoft.com/office/powerpoint/2010/main" val="2162351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Macintosh PowerPoint</Application>
  <PresentationFormat>Breitbild</PresentationFormat>
  <Paragraphs>23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SafeCrack-Numbers</vt:lpstr>
      <vt:lpstr>Zusammenfassung:</vt:lpstr>
      <vt:lpstr>Ziele:</vt:lpstr>
      <vt:lpstr>Nicht Ziele:</vt:lpstr>
      <vt:lpstr>Deliverables: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Krasniqi Ereza</dc:creator>
  <cp:lastModifiedBy>Krasniqi Ereza</cp:lastModifiedBy>
  <cp:revision>2</cp:revision>
  <dcterms:created xsi:type="dcterms:W3CDTF">2026-04-15T17:39:47Z</dcterms:created>
  <dcterms:modified xsi:type="dcterms:W3CDTF">2026-04-15T18:14:24Z</dcterms:modified>
</cp:coreProperties>
</file>